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Project Intelligence Assistant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03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Nexora Pvt. Ltd.  ·  AI Adoption Project for ABCDE Ltd.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Applied Agentic AI for PMs/TPMs  ·  Rosh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1280160"/>
            <a:ext cx="502920" cy="502920"/>
          </a:xfrm>
          <a:prstGeom prst="ellipse">
            <a:avLst/>
          </a:prstGeom>
          <a:solidFill>
            <a:srgbClr val="CADCFC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0" y="1737360"/>
            <a:ext cx="502920" cy="502920"/>
          </a:xfrm>
          <a:prstGeom prst="ellipse">
            <a:avLst/>
          </a:prstGeom>
          <a:solidFill>
            <a:srgbClr val="CADCFC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692640" y="2194560"/>
            <a:ext cx="502920" cy="502920"/>
          </a:xfrm>
          <a:prstGeom prst="ellipse">
            <a:avLst/>
          </a:prstGeom>
          <a:solidFill>
            <a:srgbClr val="CADCFC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0" y="2651760"/>
            <a:ext cx="502920" cy="502920"/>
          </a:xfrm>
          <a:prstGeom prst="ellipse">
            <a:avLst/>
          </a:prstGeom>
          <a:solidFill>
            <a:srgbClr val="CADCFC">
              <a:alpha val="8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104120" y="7772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project artefacts don't scale with concurrent projects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013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80136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hrs / project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180136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each time, no reusable baseline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971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status reports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2971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hrs / report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2971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by hand from task boards, repeated weekly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142232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414223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414223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projects have full matrices, others none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31266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slippage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5312664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alerts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31266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in retrospectives — too late to act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172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risk: a fast tool that invents a milestone is worse than no tool — it hands the PM an unearned reviewing burden while appearing authoritative.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Router classifies intent; four specialists never calculate, only narrate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0" y="169164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251960" y="1691640"/>
            <a:ext cx="365760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/ Router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intent → routes or refuses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51960" y="2697480"/>
            <a:ext cx="3657600" cy="640080"/>
          </a:xfrm>
          <a:prstGeom prst="roundRect">
            <a:avLst>
              <a:gd name="adj" fmla="val 11429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251960" y="2697480"/>
            <a:ext cx="36576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— Code Node (no LLM)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dates, filters — deterministic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03320"/>
            <a:ext cx="2377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20440" y="37033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3703320"/>
            <a:ext cx="2377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7033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3703320"/>
            <a:ext cx="2377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15400" y="370332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4F6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15400" y="3703320"/>
            <a:ext cx="237744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Tracker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92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Router / Dispatcher: the four request types need different files, different output schemas, and their own guardrails — not every request touches every capability, and no request decomposes into agents collaborating on one answer.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edits a Markdown draft before anything reaches the client — human-in-the-loop by design.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Grounding is the product: every fact must cite its source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prompting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04288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uses ONLY the supplied CONTEXT block — no general knowledge, however plausible.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4652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465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arithmetic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304288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counts, dates, and filters run in a Code node. The LLM narrates figures; it never derives them.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 per item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70248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milestone, risk, or task line carries its file + row/phase ID. Uncitable content is, by construction, invented.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6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46520" y="3977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refusal rule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270248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generating agent returns INSUFFICIENT_INPUT and names what's missing rather than guessing.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12 baseline tests pass — zero confirmed hallucinations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14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tests passing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33756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3337560" y="2514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hallucinations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2514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found &amp; fixed via traces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1600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514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cases correct (T2,T4,T6,T9)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29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5 fixes had in common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404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/ T10 — scoping &amp; override bugs in the deterministic Data Prep layer, not the model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— refusal text dropped because the rule sat too deep in the prompt; moved it to the top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 — parallel-vs-series wiring bug produced a 200-item Cartesian explosion, dropping every task field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— identical prompts returned different goal lists; fixed by lowering temperature to 0.2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were the model inventing a fact from nothing — all were wiring or prompt-completeness gaps, found via Langfuse's per-agent trace visibility.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 and cost: both fully accounted for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Langfuse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workflow components traced (Router + 4 specialists)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input, output, and latency visible in every run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Trace-driven fix loop: evaluate → find failure → fix → re-test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sufficient for this volume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— grounded in real trace data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103120"/>
          <a:ext cx="53035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Cost / run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Router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$0.000116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Planner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$0.000505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Risk Assessor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$0.000607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Status Reporter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$0.000556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Milestone Tracker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</a:rPr>
                        <a:t>$0.000337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309360" y="4892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requests/PM/day → ~$0.0124/PM/day → ~$0.37/PM/month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53035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Negligible against 3-4 hrs saved per plan and 1-2 hrs saved per weekly status report.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production metrics, each measurable from the source citations already built 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groundedness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9202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milestones/phases traceable to the project description or timeline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0" y="1920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3291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relevance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31920" y="32918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generated risks that trace to the risk register vs. generic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875520" y="32918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≥90%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663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accuracy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466344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reported task counts matching the task board exactly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0" y="46634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100%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Rollout gated by evidence, not the calendar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PM, 1 project (ABCDE Ltd.), every output human-reviewed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rollout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971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10-person PM/TPM team, once 2 weeks show zero fabricated facts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21040" y="2057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Steady state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9718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metric review; any miss triggers fix-and-retest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not the constraint (~$3.70/month for all 10 PMs). Trust is — so expansion is gated on 2 consecutive weeks of zero fabricated facts, not a date.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Mira drafts what a PM already knows how to write —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grounded, cited, and never guessing.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github.com/RoshKhan/mira-project-intelligence-assistant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2026-09-27T19:46:12Z</dcterms:created>
  <dcterms:modified xsi:type="dcterms:W3CDTF">2026-09-27T19:46:12Z</dcterms:modified>
</cp:coreProperties>
</file>